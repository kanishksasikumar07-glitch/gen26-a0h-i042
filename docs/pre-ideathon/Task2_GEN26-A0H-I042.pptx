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1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451105" y="214685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361188" y="59436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451105" y="219456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451105" y="2743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452628" y="3305092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</a:t>
            </a:r>
            <a:r>
              <a:rPr lang="en-US" sz="1800" dirty="0" err="1">
                <a:solidFill>
                  <a:schemeClr val="bg1"/>
                </a:solidFill>
              </a:rPr>
              <a:t>IdeaForge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en-US" sz="1600" dirty="0">
                <a:solidFill>
                  <a:schemeClr val="bg1"/>
                </a:solidFill>
              </a:rPr>
              <a:t>Kanishk S -CB.PS.I5DAS2601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                                   Tarun K S -CB.PS.I5DAS26145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                                   </a:t>
            </a:r>
            <a:r>
              <a:rPr lang="en-US" sz="1600" dirty="0" err="1">
                <a:solidFill>
                  <a:schemeClr val="bg1"/>
                </a:solidFill>
              </a:rPr>
              <a:t>Shredha</a:t>
            </a:r>
            <a:r>
              <a:rPr lang="en-US" sz="1600" dirty="0">
                <a:solidFill>
                  <a:schemeClr val="bg1"/>
                </a:solidFill>
              </a:rPr>
              <a:t> V - CB.PS.I5DAS26039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                                   SreeVarshini R - CB.PS.I5DAS26129                   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5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</a:t>
            </a:r>
            <a:r>
              <a:rPr lang="en-US" dirty="0">
                <a:solidFill>
                  <a:schemeClr val="bg1"/>
                </a:solidFill>
              </a:rPr>
              <a:t>–"Retailers can't track real-time decay, and can't route near-expiry inventory fast enough to avoid total loss."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2000" dirty="0"/>
          </a:p>
        </p:txBody>
      </p:sp>
      <p:sp>
        <p:nvSpPr>
          <p:cNvPr id="10" name="Prompts"/>
          <p:cNvSpPr txBox="1"/>
          <p:nvPr/>
        </p:nvSpPr>
        <p:spPr>
          <a:xfrm>
            <a:off x="640080" y="2179015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What exactly needs to be solved?</a:t>
            </a:r>
          </a:p>
          <a:p>
            <a:pPr lvl="2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The "Static Date" Illusion</a:t>
            </a:r>
          </a:p>
          <a:p>
            <a:pPr lvl="2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The Last-Mile Rescue Failure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Why is it important right now?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200" dirty="0"/>
              <a:t>	</a:t>
            </a:r>
            <a:r>
              <a:rPr lang="en-US" dirty="0"/>
              <a:t>Eroding Profit Margins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The "Double Penalty" Cost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Impending ESG &amp; Regulatory Pressure</a:t>
            </a:r>
            <a:endParaRPr lang="en-US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Primary users / target group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Enterprise Grocers &amp; Fresh Distributors - Supermarket Chains and Warehouse/Inventory directors</a:t>
            </a:r>
            <a:endParaRPr lang="en-US" sz="800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Secondary stakeholders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The "Rescue" Ecosystem – Discount Retailers and Commercial Kitchens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7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Who benefits if the problem is solved?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dirty="0"/>
              <a:t>	The Retailer – Reclaims millions in previously written-off sunk costs and eliminates waste disposal fees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dirty="0"/>
              <a:t>	The Consumer – Gains immediate access to discounted, safe, and fresh groceries in high inflation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dirty="0"/>
              <a:t>	The Planet – Sees a drastic reduction in devastating methane emissions caused by rotting organics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Existing scenario and background</a:t>
            </a:r>
            <a:endParaRPr lang="en-US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	</a:t>
            </a:r>
            <a:r>
              <a:rPr lang="en-GB" dirty="0"/>
              <a:t>The grocery industry manages perishable food using rigid, static calendar dates instead of tracking 	dynamic biological reality. Stores are completely blind to real-time decay and lack the automated 	logistics needed to rescue or resell food before it hits the dumpster.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Relevant data or facts (if available)</a:t>
            </a:r>
          </a:p>
          <a:p>
            <a:pPr lvl="0"/>
            <a:r>
              <a:rPr lang="en-IN" b="1" dirty="0"/>
              <a:t>	</a:t>
            </a:r>
            <a:r>
              <a:rPr lang="en-IN" dirty="0"/>
              <a:t>The Profit Killer</a:t>
            </a:r>
            <a:r>
              <a:rPr lang="en-IN" b="1" dirty="0"/>
              <a:t> -</a:t>
            </a:r>
            <a:r>
              <a:rPr lang="en-IN" dirty="0"/>
              <a:t> Grocers bleed </a:t>
            </a:r>
            <a:r>
              <a:rPr lang="en-IN" b="1" dirty="0"/>
              <a:t>4–6% of their total revenue</a:t>
            </a:r>
            <a:r>
              <a:rPr lang="en-IN" dirty="0"/>
              <a:t> to entirely avoidable food waste.</a:t>
            </a:r>
          </a:p>
          <a:p>
            <a:pPr lvl="0"/>
            <a:r>
              <a:rPr lang="en-IN" b="1" dirty="0"/>
              <a:t>	</a:t>
            </a:r>
            <a:r>
              <a:rPr lang="en-IN" dirty="0"/>
              <a:t>The "Double Penalty": Retailers pay twice for waste—first to procure the unsold food, and second in 	expensive landfill disposal fees.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Current workflow, step by step  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Blind Stocking &gt; Invisible Decay &gt; Manual Discovery &gt;  Panic Markdowns &gt; Total Loss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Main difficulties and bottlenecks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dirty="0"/>
              <a:t>	</a:t>
            </a:r>
            <a:r>
              <a:rPr lang="en-GB" sz="1600" dirty="0"/>
              <a:t>The Visibility Blindspot – Retailers have zero real-time tracking of actual food spoilage on their shelves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sz="1600" dirty="0"/>
              <a:t>	The Logistics Lag – When food reaches critical decay there is a lag in rescuing them within the rescue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sz="1600" dirty="0"/>
              <a:t>			window.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Root causes behind them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</a:t>
            </a:r>
            <a:r>
              <a:rPr lang="en-GB" sz="1600" dirty="0"/>
              <a:t>The "Static Date" Flaw – The Industry blindly trusts printed expiration dates instead of dynamic 				         biological reality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sz="1600" dirty="0"/>
              <a:t>	Disconnected Markets – There is no automated, hyper-local network to instantly match expiring groceries 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Consequences of leaving them unsolved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</a:t>
            </a:r>
            <a:r>
              <a:rPr lang="en-US" sz="1600" dirty="0"/>
              <a:t>Economic Bleed – Grocers will continue to lose by </a:t>
            </a:r>
            <a:r>
              <a:rPr lang="en-US" sz="1600" dirty="0" err="1"/>
              <a:t>sacrifing</a:t>
            </a:r>
            <a:r>
              <a:rPr lang="en-US" sz="1600" dirty="0"/>
              <a:t> their razor thin profit margins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	Environmental Crisis – Creating a massive methane emissions and failing upcoming ESG regulations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Existing methods, systems or alternatives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The “Hope &amp; Sticker” Method – Staffs applying manual yellow discount stickers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	</a:t>
            </a:r>
            <a:r>
              <a:rPr lang="en-US" dirty="0"/>
              <a:t>The Leftover Lottery – Consumer-facing apps selling random surprise bags 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	</a:t>
            </a:r>
            <a:r>
              <a:rPr lang="en-US" dirty="0"/>
              <a:t>The Slow Truck – Traditional, scheduled food bank pickups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Limitations of each</a:t>
            </a:r>
          </a:p>
          <a:p>
            <a:pPr lvl="1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Consumer Apps – Charity Trucks 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gap they leave open (Key Challenges)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The “</a:t>
            </a:r>
            <a:r>
              <a:rPr lang="en-US" dirty="0" err="1"/>
              <a:t>Autospy</a:t>
            </a:r>
            <a:r>
              <a:rPr lang="en-US" dirty="0"/>
              <a:t>” Trap – Every existing solution is essentially an autopsy. There is absolutely no system 			   that proactively predicts the window and automatically predicts the decay 				   window and automatically triggers a hyper-local logistics before it gets waste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Hardware Requirements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Zero-Friction Infrastructure – IoT fridge sensors, standard staff barcode scanners 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Software Requirements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Cloud Based Machine Learning decay-prediction model, API, An automated hyper-local routing 		algorithm 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Other resources (Including Human Resources)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Technical and Network Capital – AI/ML Data Scientists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	Operations – </a:t>
            </a:r>
            <a:r>
              <a:rPr lang="en-US" dirty="0"/>
              <a:t>B2B Enterprise Onboarding Specialists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	</a:t>
            </a:r>
            <a:r>
              <a:rPr lang="en-US" dirty="0"/>
              <a:t>Logistics – Access to a 3</a:t>
            </a:r>
            <a:r>
              <a:rPr lang="en-US" baseline="30000" dirty="0"/>
              <a:t>rd</a:t>
            </a:r>
            <a:r>
              <a:rPr lang="en-US" dirty="0"/>
              <a:t> party logistics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your team intends to do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</a:t>
            </a:r>
            <a:r>
              <a:rPr lang="en-GB" dirty="0"/>
              <a:t>Deploy </a:t>
            </a:r>
            <a:r>
              <a:rPr lang="en-GB" dirty="0" err="1"/>
              <a:t>FreshPulse</a:t>
            </a:r>
            <a:r>
              <a:rPr lang="en-GB" dirty="0"/>
              <a:t> AI to seamlessly link predictive decay monitoring (the brain) directly with 	automated, hyper-local rescue logistics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want to improve</a:t>
            </a:r>
          </a:p>
          <a:p>
            <a:pPr lvl="1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GB" dirty="0"/>
              <a:t>	Cut the time it takes to identify and move distressed inventory from days down to a crucial 2- to 12-	hour window and Shift the grocery supply chain from blindly trusting printed calendar dates to 	actively tracking dynamic biological freshness.</a:t>
            </a:r>
            <a:endParaRPr lang="en-US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successful improvement should you achieve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	Financial Recovery – Environmental Impact – Community Access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IdeaForge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44521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 : Kanishk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 : Tarun K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 :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Shredha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 : Sree Varshini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917</Words>
  <Application>Microsoft Office PowerPoint</Application>
  <PresentationFormat>Widescreen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KANISHK SASI KUMAR</cp:lastModifiedBy>
  <cp:revision>5</cp:revision>
  <dcterms:created xsi:type="dcterms:W3CDTF">2026-10-07T15:27:40Z</dcterms:created>
  <dcterms:modified xsi:type="dcterms:W3CDTF">2026-10-09T16:51:16Z</dcterms:modified>
</cp:coreProperties>
</file>